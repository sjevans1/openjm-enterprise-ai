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Q4 2024 Forecast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presentation covers our Q4 projections and assumptions.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Q4 revenue is projected at JMD 3,500,000.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Acquisition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CAC ratio is 3.2 to 1, meaning we spend JMD 3.20 for every JMD 1.00 in new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 recommend proceeding with the Q4 plan as outlined.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